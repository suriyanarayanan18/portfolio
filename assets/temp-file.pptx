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  <p:sldMasterId id="2147483696" r:id="rId3"/>
    <p:sldMasterId id="2147483708" r:id="rId4"/>
    <p:sldMasterId id="2147483720" r:id="rId5"/>
  </p:sldMasterIdLst>
  <p:notesMasterIdLst>
    <p:notesMasterId r:id="rId7"/>
  </p:notesMasterIdLst>
  <p:sldIdLst>
    <p:sldId id="30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552" userDrawn="1">
          <p15:clr>
            <a:srgbClr val="A4A3A4"/>
          </p15:clr>
        </p15:guide>
        <p15:guide id="3" orient="horz" pos="1536" userDrawn="1">
          <p15:clr>
            <a:srgbClr val="A4A3A4"/>
          </p15:clr>
        </p15:guide>
        <p15:guide id="4" pos="5472" userDrawn="1">
          <p15:clr>
            <a:srgbClr val="A4A3A4"/>
          </p15:clr>
        </p15:guide>
        <p15:guide id="5" orient="horz" pos="36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ex Yang" initials="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1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19" autoAdjust="0"/>
    <p:restoredTop sz="94660"/>
  </p:normalViewPr>
  <p:slideViewPr>
    <p:cSldViewPr snapToGrid="0">
      <p:cViewPr>
        <p:scale>
          <a:sx n="106" d="100"/>
          <a:sy n="106" d="100"/>
        </p:scale>
        <p:origin x="738" y="252"/>
      </p:cViewPr>
      <p:guideLst>
        <p:guide orient="horz" pos="1296"/>
        <p:guide pos="552"/>
        <p:guide orient="horz" pos="1536"/>
        <p:guide pos="5472"/>
        <p:guide orient="horz" pos="36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5FD28-C1D4-4043-91E7-0D24BF725DE1}" type="datetimeFigureOut">
              <a:rPr lang="en-US" smtClean="0"/>
              <a:t>6/18/2015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79521-FDE8-4CF3-AAC4-1C930209B1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78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A1AA9F-2BF0-9C49-8150-E1F32B19980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20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0F7D63-F9FE-474E-BC75-391AB9E4024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7" y="5155043"/>
            <a:ext cx="4038240" cy="86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3296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BE58AB-1111-DC46-9074-3C846A0484AD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673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B064-CDDC-284C-844E-39114F26716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211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0213" y="1600200"/>
            <a:ext cx="4060825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600200"/>
            <a:ext cx="4062412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3F21E5-C50E-9743-980A-D591AF2FAC0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37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8116AA-2479-B143-BBC2-0AA71F1B8A68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916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DDBC7A-5EF3-BF4F-B2C3-6069FE030EC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8957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21738" y="6597650"/>
            <a:ext cx="195262" cy="152400"/>
          </a:xfrm>
        </p:spPr>
        <p:txBody>
          <a:bodyPr/>
          <a:lstStyle>
            <a:lvl1pPr>
              <a:defRPr/>
            </a:lvl1pPr>
          </a:lstStyle>
          <a:p>
            <a:fld id="{61AC8DF0-EB2A-C04B-A3AC-D72BD6D8FC0A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7" y="6556344"/>
            <a:ext cx="1182873" cy="25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/>
          <p:nvPr userDrawn="1"/>
        </p:nvSpPr>
        <p:spPr>
          <a:xfrm>
            <a:off x="3876152" y="6605886"/>
            <a:ext cx="1136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22250" lvl="0" indent="-222250">
              <a:buClr>
                <a:srgbClr val="688A92"/>
              </a:buClr>
              <a:buSzPct val="110000"/>
              <a:buChar char="•"/>
              <a:defRPr sz="2000">
                <a:latin typeface="+mn-lt"/>
                <a:ea typeface="+mn-ea"/>
                <a:cs typeface="+mn-cs"/>
              </a:defRPr>
            </a:lvl1pPr>
            <a:lvl2pPr marL="652463" lvl="1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2pPr>
            <a:lvl3pPr marL="1084263" lvl="2" indent="-22225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3pPr>
            <a:lvl4pPr marL="1514475" lvl="3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4pPr>
            <a:lvl5pPr marL="1889125" lvl="4" indent="-16510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5pPr>
            <a:lvl6pPr marL="23463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6pPr>
            <a:lvl7pPr marL="28035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7pPr>
            <a:lvl8pPr marL="32607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8pPr>
            <a:lvl9pPr marL="37179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9pPr>
          </a:lstStyle>
          <a:p>
            <a:pPr marL="0" indent="0" algn="ctr" fontAlgn="base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1000" i="1" dirty="0" smtClean="0">
                <a:solidFill>
                  <a:srgbClr val="000000"/>
                </a:solidFill>
              </a:rPr>
              <a:t>CONFIDENTIAL</a:t>
            </a:r>
            <a:endParaRPr lang="en-US" sz="10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3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9A6FA9-5C5B-0741-970C-D67D5C64ADB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5307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CA1EC-2584-3D46-9636-9D9C88C05D5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28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F13150-7BFA-554E-BFC3-6E0441A19CE1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475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411163"/>
            <a:ext cx="2068512" cy="28146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0213" y="411163"/>
            <a:ext cx="6054725" cy="28146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4FF14E-3694-9740-8166-356EE51FE303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0469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0F7D63-F9FE-474E-BC75-391AB9E4024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7" y="5155043"/>
            <a:ext cx="4038240" cy="86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3058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BE58AB-1111-DC46-9074-3C846A0484AD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554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B064-CDDC-284C-844E-39114F26716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9102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0213" y="1600200"/>
            <a:ext cx="4060825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600200"/>
            <a:ext cx="4062412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3F21E5-C50E-9743-980A-D591AF2FAC0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93877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8116AA-2479-B143-BBC2-0AA71F1B8A68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299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DDBC7A-5EF3-BF4F-B2C3-6069FE030EC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5164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21738" y="6597650"/>
            <a:ext cx="195262" cy="152400"/>
          </a:xfrm>
        </p:spPr>
        <p:txBody>
          <a:bodyPr/>
          <a:lstStyle>
            <a:lvl1pPr>
              <a:defRPr/>
            </a:lvl1pPr>
          </a:lstStyle>
          <a:p>
            <a:fld id="{61AC8DF0-EB2A-C04B-A3AC-D72BD6D8FC0A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7" y="6556344"/>
            <a:ext cx="1182873" cy="25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/>
          <p:nvPr userDrawn="1"/>
        </p:nvSpPr>
        <p:spPr>
          <a:xfrm>
            <a:off x="3876152" y="6605886"/>
            <a:ext cx="1136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22250" lvl="0" indent="-222250">
              <a:buClr>
                <a:srgbClr val="688A92"/>
              </a:buClr>
              <a:buSzPct val="110000"/>
              <a:buChar char="•"/>
              <a:defRPr sz="2000">
                <a:latin typeface="+mn-lt"/>
                <a:ea typeface="+mn-ea"/>
                <a:cs typeface="+mn-cs"/>
              </a:defRPr>
            </a:lvl1pPr>
            <a:lvl2pPr marL="652463" lvl="1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2pPr>
            <a:lvl3pPr marL="1084263" lvl="2" indent="-22225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3pPr>
            <a:lvl4pPr marL="1514475" lvl="3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4pPr>
            <a:lvl5pPr marL="1889125" lvl="4" indent="-16510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5pPr>
            <a:lvl6pPr marL="23463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6pPr>
            <a:lvl7pPr marL="28035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7pPr>
            <a:lvl8pPr marL="32607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8pPr>
            <a:lvl9pPr marL="37179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9pPr>
          </a:lstStyle>
          <a:p>
            <a:pPr marL="0" indent="0" algn="ctr" fontAlgn="base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1000" i="1" dirty="0" smtClean="0">
                <a:solidFill>
                  <a:srgbClr val="000000"/>
                </a:solidFill>
              </a:rPr>
              <a:t>CONFIDENTIAL</a:t>
            </a:r>
            <a:endParaRPr lang="en-US" sz="10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0387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9A6FA9-5C5B-0741-970C-D67D5C64ADB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3172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CA1EC-2584-3D46-9636-9D9C88C05D5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6751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F13150-7BFA-554E-BFC3-6E0441A19CE1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27878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411163"/>
            <a:ext cx="2068512" cy="28146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0213" y="411163"/>
            <a:ext cx="6054725" cy="28146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4FF14E-3694-9740-8166-356EE51FE303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10813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0F7D63-F9FE-474E-BC75-391AB9E4024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7" y="5155043"/>
            <a:ext cx="4038240" cy="86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74759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BE58AB-1111-DC46-9074-3C846A0484AD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27719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B064-CDDC-284C-844E-39114F26716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08447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0213" y="1600200"/>
            <a:ext cx="4060825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600200"/>
            <a:ext cx="4062412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3F21E5-C50E-9743-980A-D591AF2FAC0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00667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8116AA-2479-B143-BBC2-0AA71F1B8A68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76514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DDBC7A-5EF3-BF4F-B2C3-6069FE030EC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669918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21738" y="6597650"/>
            <a:ext cx="195262" cy="152400"/>
          </a:xfrm>
        </p:spPr>
        <p:txBody>
          <a:bodyPr/>
          <a:lstStyle>
            <a:lvl1pPr>
              <a:defRPr/>
            </a:lvl1pPr>
          </a:lstStyle>
          <a:p>
            <a:fld id="{61AC8DF0-EB2A-C04B-A3AC-D72BD6D8FC0A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7" y="6556344"/>
            <a:ext cx="1182873" cy="25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/>
          <p:nvPr userDrawn="1"/>
        </p:nvSpPr>
        <p:spPr>
          <a:xfrm>
            <a:off x="3876152" y="6605886"/>
            <a:ext cx="1136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22250" lvl="0" indent="-222250">
              <a:buClr>
                <a:srgbClr val="688A92"/>
              </a:buClr>
              <a:buSzPct val="110000"/>
              <a:buChar char="•"/>
              <a:defRPr sz="2000">
                <a:latin typeface="+mn-lt"/>
                <a:ea typeface="+mn-ea"/>
                <a:cs typeface="+mn-cs"/>
              </a:defRPr>
            </a:lvl1pPr>
            <a:lvl2pPr marL="652463" lvl="1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2pPr>
            <a:lvl3pPr marL="1084263" lvl="2" indent="-22225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3pPr>
            <a:lvl4pPr marL="1514475" lvl="3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4pPr>
            <a:lvl5pPr marL="1889125" lvl="4" indent="-16510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5pPr>
            <a:lvl6pPr marL="23463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6pPr>
            <a:lvl7pPr marL="28035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7pPr>
            <a:lvl8pPr marL="32607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8pPr>
            <a:lvl9pPr marL="37179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9pPr>
          </a:lstStyle>
          <a:p>
            <a:pPr marL="0" indent="0" algn="ctr" fontAlgn="base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1000" i="1" dirty="0" smtClean="0">
                <a:solidFill>
                  <a:srgbClr val="000000"/>
                </a:solidFill>
              </a:rPr>
              <a:t>CONFIDENTIAL</a:t>
            </a:r>
            <a:endParaRPr lang="en-US" sz="10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8289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9A6FA9-5C5B-0741-970C-D67D5C64ADB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10801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CA1EC-2584-3D46-9636-9D9C88C05D5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28016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F13150-7BFA-554E-BFC3-6E0441A19CE1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5097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411163"/>
            <a:ext cx="2068512" cy="28146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0213" y="411163"/>
            <a:ext cx="6054725" cy="28146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4FF14E-3694-9740-8166-356EE51FE303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3830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0F7D63-F9FE-474E-BC75-391AB9E4024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7" y="5155043"/>
            <a:ext cx="4038240" cy="86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7214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BE58AB-1111-DC46-9074-3C846A0484AD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66519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B064-CDDC-284C-844E-39114F26716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89444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0213" y="1600200"/>
            <a:ext cx="4060825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600200"/>
            <a:ext cx="4062412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3F21E5-C50E-9743-980A-D591AF2FAC0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11311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8116AA-2479-B143-BBC2-0AA71F1B8A68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29676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DDBC7A-5EF3-BF4F-B2C3-6069FE030EC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0727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21738" y="6597650"/>
            <a:ext cx="195262" cy="152400"/>
          </a:xfrm>
        </p:spPr>
        <p:txBody>
          <a:bodyPr/>
          <a:lstStyle>
            <a:lvl1pPr>
              <a:defRPr/>
            </a:lvl1pPr>
          </a:lstStyle>
          <a:p>
            <a:fld id="{61AC8DF0-EB2A-C04B-A3AC-D72BD6D8FC0A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7" y="6556344"/>
            <a:ext cx="1182873" cy="25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/>
          <p:nvPr userDrawn="1"/>
        </p:nvSpPr>
        <p:spPr>
          <a:xfrm>
            <a:off x="3876152" y="6605886"/>
            <a:ext cx="1136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22250" lvl="0" indent="-222250">
              <a:buClr>
                <a:srgbClr val="688A92"/>
              </a:buClr>
              <a:buSzPct val="110000"/>
              <a:buChar char="•"/>
              <a:defRPr sz="2000">
                <a:latin typeface="+mn-lt"/>
                <a:ea typeface="+mn-ea"/>
                <a:cs typeface="+mn-cs"/>
              </a:defRPr>
            </a:lvl1pPr>
            <a:lvl2pPr marL="652463" lvl="1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2pPr>
            <a:lvl3pPr marL="1084263" lvl="2" indent="-22225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3pPr>
            <a:lvl4pPr marL="1514475" lvl="3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4pPr>
            <a:lvl5pPr marL="1889125" lvl="4" indent="-16510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5pPr>
            <a:lvl6pPr marL="23463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6pPr>
            <a:lvl7pPr marL="28035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7pPr>
            <a:lvl8pPr marL="32607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8pPr>
            <a:lvl9pPr marL="37179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9pPr>
          </a:lstStyle>
          <a:p>
            <a:pPr marL="0" indent="0" algn="ctr" fontAlgn="base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1000" i="1" dirty="0" smtClean="0">
                <a:solidFill>
                  <a:srgbClr val="000000"/>
                </a:solidFill>
              </a:rPr>
              <a:t>CONFIDENTIAL</a:t>
            </a:r>
            <a:endParaRPr lang="en-US" sz="10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231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9A6FA9-5C5B-0741-970C-D67D5C64ADB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06627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CA1EC-2584-3D46-9636-9D9C88C05D5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74656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F13150-7BFA-554E-BFC3-6E0441A19CE1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35413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411163"/>
            <a:ext cx="2068512" cy="28146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0213" y="411163"/>
            <a:ext cx="6054725" cy="28146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4FF14E-3694-9740-8166-356EE51FE303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545090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80F7D63-F9FE-474E-BC75-391AB9E4024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27" y="5155043"/>
            <a:ext cx="4038240" cy="86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72466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BE58AB-1111-DC46-9074-3C846A0484AD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70409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49BB064-CDDC-284C-844E-39114F26716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6706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0213" y="1600200"/>
            <a:ext cx="4060825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600200"/>
            <a:ext cx="4062412" cy="162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33F21E5-C50E-9743-980A-D591AF2FAC05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24769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88116AA-2479-B143-BBC2-0AA71F1B8A68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287833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BDDBC7A-5EF3-BF4F-B2C3-6069FE030EC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290134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8821738" y="6597650"/>
            <a:ext cx="195262" cy="152400"/>
          </a:xfrm>
        </p:spPr>
        <p:txBody>
          <a:bodyPr/>
          <a:lstStyle>
            <a:lvl1pPr>
              <a:defRPr/>
            </a:lvl1pPr>
          </a:lstStyle>
          <a:p>
            <a:fld id="{61AC8DF0-EB2A-C04B-A3AC-D72BD6D8FC0A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727" y="6556344"/>
            <a:ext cx="1182873" cy="252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/>
          <p:nvPr userDrawn="1"/>
        </p:nvSpPr>
        <p:spPr>
          <a:xfrm>
            <a:off x="3876152" y="6605886"/>
            <a:ext cx="113612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222250" lvl="0" indent="-222250">
              <a:buClr>
                <a:srgbClr val="688A92"/>
              </a:buClr>
              <a:buSzPct val="110000"/>
              <a:buChar char="•"/>
              <a:defRPr sz="2000">
                <a:latin typeface="+mn-lt"/>
                <a:ea typeface="+mn-ea"/>
                <a:cs typeface="+mn-cs"/>
              </a:defRPr>
            </a:lvl1pPr>
            <a:lvl2pPr marL="652463" lvl="1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2pPr>
            <a:lvl3pPr marL="1084263" lvl="2" indent="-22225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3pPr>
            <a:lvl4pPr marL="1514475" lvl="3" indent="-222250">
              <a:buClr>
                <a:srgbClr val="688A92"/>
              </a:buClr>
              <a:buSzPct val="110000"/>
              <a:buFont typeface="Arial" charset="0"/>
              <a:buChar char="–"/>
              <a:defRPr>
                <a:latin typeface="+mn-lt"/>
                <a:ea typeface="+mn-ea"/>
              </a:defRPr>
            </a:lvl4pPr>
            <a:lvl5pPr marL="1889125" lvl="4" indent="-165100"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5pPr>
            <a:lvl6pPr marL="23463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6pPr>
            <a:lvl7pPr marL="28035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7pPr>
            <a:lvl8pPr marL="32607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8pPr>
            <a:lvl9pPr marL="3717925" indent="-165100" fontAlgn="base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Arial" charset="0"/>
              <a:buChar char="•"/>
              <a:defRPr>
                <a:latin typeface="+mn-lt"/>
                <a:ea typeface="+mn-ea"/>
              </a:defRPr>
            </a:lvl9pPr>
          </a:lstStyle>
          <a:p>
            <a:pPr marL="0" indent="0" algn="ctr" fontAlgn="base">
              <a:spcBef>
                <a:spcPct val="20000"/>
              </a:spcBef>
              <a:spcAft>
                <a:spcPct val="0"/>
              </a:spcAft>
              <a:buFontTx/>
              <a:buNone/>
            </a:pPr>
            <a:r>
              <a:rPr lang="en-US" sz="1000" i="1" dirty="0" smtClean="0">
                <a:solidFill>
                  <a:srgbClr val="000000"/>
                </a:solidFill>
              </a:rPr>
              <a:t>CONFIDENTIAL</a:t>
            </a:r>
            <a:endParaRPr lang="en-US" sz="10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5212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9A6FA9-5C5B-0741-970C-D67D5C64ADB6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09081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5FCA1EC-2584-3D46-9636-9D9C88C05D5E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920039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DF13150-7BFA-554E-BFC3-6E0441A19CE1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23437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7338" y="411163"/>
            <a:ext cx="2068512" cy="28146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30213" y="411163"/>
            <a:ext cx="6054725" cy="28146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44FF14E-3694-9740-8166-356EE51FE303}" type="slidenum">
              <a:rPr lang="en-US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159252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4793" y="575103"/>
            <a:ext cx="7152807" cy="415498"/>
          </a:xfrm>
        </p:spPr>
        <p:txBody>
          <a:bodyPr/>
          <a:lstStyle>
            <a:lvl1pPr>
              <a:defRPr sz="2400" i="0">
                <a:solidFill>
                  <a:srgbClr val="FFFFFF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2"/>
          <p:cNvSpPr>
            <a:spLocks noGrp="1"/>
          </p:cNvSpPr>
          <p:nvPr>
            <p:ph type="body" idx="10"/>
          </p:nvPr>
        </p:nvSpPr>
        <p:spPr>
          <a:xfrm>
            <a:off x="304800" y="1219200"/>
            <a:ext cx="8534400" cy="374461"/>
          </a:xfrm>
        </p:spPr>
        <p:txBody>
          <a:bodyPr anchor="t" anchorCtr="0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0" cap="none">
                <a:solidFill>
                  <a:srgbClr val="72983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859384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2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vmlDrawing" Target="../drawings/vmlDrawing3.v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oleObject" Target="../embeddings/oleObject3.bin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vmlDrawing" Target="../drawings/vmlDrawing4.v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oleObject" Target="../embeddings/oleObject4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oleObject" Target="../embeddings/oleObject5.bin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vmlDrawing" Target="../drawings/vmlDrawing5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7" name="Rectangle 29"/>
          <p:cNvSpPr>
            <a:spLocks noChangeArrowheads="1"/>
          </p:cNvSpPr>
          <p:nvPr/>
        </p:nvSpPr>
        <p:spPr bwMode="black">
          <a:xfrm>
            <a:off x="533400" y="1039813"/>
            <a:ext cx="8604250" cy="134937"/>
          </a:xfrm>
          <a:prstGeom prst="rect">
            <a:avLst/>
          </a:prstGeom>
          <a:solidFill>
            <a:srgbClr val="B71234"/>
          </a:solidFill>
          <a:ln w="3175">
            <a:solidFill>
              <a:srgbClr val="A4112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038" name="Rectangle 30"/>
          <p:cNvSpPr>
            <a:spLocks noChangeArrowheads="1"/>
          </p:cNvSpPr>
          <p:nvPr/>
        </p:nvSpPr>
        <p:spPr bwMode="black">
          <a:xfrm>
            <a:off x="42863" y="1039813"/>
            <a:ext cx="490537" cy="134937"/>
          </a:xfrm>
          <a:prstGeom prst="rect">
            <a:avLst/>
          </a:prstGeom>
          <a:solidFill>
            <a:srgbClr val="BBBBBA"/>
          </a:solidFill>
          <a:ln w="3175" algn="ctr">
            <a:solidFill>
              <a:srgbClr val="BBBBB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sz="9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88" name="slidemaster_title"/>
          <p:cNvSpPr>
            <a:spLocks noGrp="1" noChangeArrowheads="1"/>
          </p:cNvSpPr>
          <p:nvPr>
            <p:ph type="title"/>
          </p:nvPr>
        </p:nvSpPr>
        <p:spPr bwMode="black">
          <a:xfrm>
            <a:off x="430213" y="411163"/>
            <a:ext cx="82756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493" tIns="34922" rIns="86493" bIns="3492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Heading Text is Arial 24</a:t>
            </a:r>
          </a:p>
        </p:txBody>
      </p:sp>
      <p:sp>
        <p:nvSpPr>
          <p:cNvPr id="43044" name="Rectangle 36"/>
          <p:cNvSpPr>
            <a:spLocks noChangeArrowheads="1"/>
          </p:cNvSpPr>
          <p:nvPr/>
        </p:nvSpPr>
        <p:spPr bwMode="gray">
          <a:xfrm>
            <a:off x="430213" y="1274763"/>
            <a:ext cx="8275637" cy="4946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93" tIns="43247" rIns="86493" bIns="43247"/>
          <a:lstStyle/>
          <a:p>
            <a:pPr marL="222250" indent="-222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Wingdings" pitchFamily="2" charset="2"/>
              <a:buChar char="§"/>
              <a:defRPr/>
            </a:pPr>
            <a:endParaRPr lang="en-US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90" name="slidemaster_content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30213" y="1600200"/>
            <a:ext cx="8275637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Level one bullet text is Arial 18</a:t>
            </a:r>
          </a:p>
          <a:p>
            <a:pPr lvl="1"/>
            <a:r>
              <a:rPr lang="en-US"/>
              <a:t>Level two bullet text is Arial 16</a:t>
            </a:r>
          </a:p>
          <a:p>
            <a:pPr lvl="2"/>
            <a:r>
              <a:rPr lang="en-US"/>
              <a:t>Level three bullet text is Arial 16</a:t>
            </a:r>
          </a:p>
          <a:p>
            <a:pPr lvl="3"/>
            <a:r>
              <a:rPr lang="en-US"/>
              <a:t>Level four bullet is Arial 16</a:t>
            </a:r>
          </a:p>
          <a:p>
            <a:pPr lvl="4"/>
            <a:r>
              <a:rPr lang="en-US"/>
              <a:t>Level five bullet is Arial 16</a:t>
            </a:r>
          </a:p>
        </p:txBody>
      </p:sp>
      <p:graphicFrame>
        <p:nvGraphicFramePr>
          <p:cNvPr id="937994" name="Base" hidden="1"/>
          <p:cNvGraphicFramePr>
            <a:graphicFrameLocks/>
          </p:cNvGraphicFramePr>
          <p:nvPr userDrawn="1"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" r:id="rId14" imgW="0" imgH="0" progId="PowerPoint.Show.8">
                  <p:embed/>
                </p:oleObj>
              </mc:Choice>
              <mc:Fallback>
                <p:oleObj r:id="rId14" imgW="0" imgH="0" progId="PowerPoint.Show.8">
                  <p:embed/>
                  <p:pic>
                    <p:nvPicPr>
                      <p:cNvPr id="0" name="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688A92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59813" y="6502400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solidFill>
                  <a:srgbClr val="000000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fld id="{C2259614-E8F1-C94A-ACD7-854B07759AA9}" type="slidenum">
              <a:rPr lang="en-US">
                <a:cs typeface="Arial" charset="0"/>
              </a:rPr>
              <a:pPr fontAlgn="base">
                <a:spcAft>
                  <a:spcPct val="0"/>
                </a:spcAft>
              </a:pPr>
              <a:t>‹#›</a:t>
            </a:fld>
            <a:r>
              <a:rPr lang="en-US" dirty="0"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1299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2pPr>
      <a:lvl3pPr marL="10842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3pPr>
      <a:lvl4pPr marL="1514475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18891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3463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8035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2607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7179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7" name="Rectangle 29"/>
          <p:cNvSpPr>
            <a:spLocks noChangeArrowheads="1"/>
          </p:cNvSpPr>
          <p:nvPr/>
        </p:nvSpPr>
        <p:spPr bwMode="black">
          <a:xfrm>
            <a:off x="533400" y="1039813"/>
            <a:ext cx="8604250" cy="134937"/>
          </a:xfrm>
          <a:prstGeom prst="rect">
            <a:avLst/>
          </a:prstGeom>
          <a:solidFill>
            <a:srgbClr val="B71234"/>
          </a:solidFill>
          <a:ln w="3175">
            <a:solidFill>
              <a:srgbClr val="A4112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038" name="Rectangle 30"/>
          <p:cNvSpPr>
            <a:spLocks noChangeArrowheads="1"/>
          </p:cNvSpPr>
          <p:nvPr/>
        </p:nvSpPr>
        <p:spPr bwMode="black">
          <a:xfrm>
            <a:off x="42863" y="1039813"/>
            <a:ext cx="490537" cy="134937"/>
          </a:xfrm>
          <a:prstGeom prst="rect">
            <a:avLst/>
          </a:prstGeom>
          <a:solidFill>
            <a:srgbClr val="BBBBBA"/>
          </a:solidFill>
          <a:ln w="3175" algn="ctr">
            <a:solidFill>
              <a:srgbClr val="BBBBB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sz="9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88" name="slidemaster_title"/>
          <p:cNvSpPr>
            <a:spLocks noGrp="1" noChangeArrowheads="1"/>
          </p:cNvSpPr>
          <p:nvPr>
            <p:ph type="title"/>
          </p:nvPr>
        </p:nvSpPr>
        <p:spPr bwMode="black">
          <a:xfrm>
            <a:off x="430213" y="411163"/>
            <a:ext cx="82756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493" tIns="34922" rIns="86493" bIns="3492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Heading Text is Arial 24</a:t>
            </a:r>
          </a:p>
        </p:txBody>
      </p:sp>
      <p:sp>
        <p:nvSpPr>
          <p:cNvPr id="43044" name="Rectangle 36"/>
          <p:cNvSpPr>
            <a:spLocks noChangeArrowheads="1"/>
          </p:cNvSpPr>
          <p:nvPr/>
        </p:nvSpPr>
        <p:spPr bwMode="gray">
          <a:xfrm>
            <a:off x="430213" y="1274763"/>
            <a:ext cx="8275637" cy="4946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93" tIns="43247" rIns="86493" bIns="43247"/>
          <a:lstStyle/>
          <a:p>
            <a:pPr marL="222250" indent="-222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Wingdings" pitchFamily="2" charset="2"/>
              <a:buChar char="§"/>
              <a:defRPr/>
            </a:pPr>
            <a:endParaRPr lang="en-US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90" name="slidemaster_content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30213" y="1600200"/>
            <a:ext cx="8275637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Level one bullet text is Arial 18</a:t>
            </a:r>
          </a:p>
          <a:p>
            <a:pPr lvl="1"/>
            <a:r>
              <a:rPr lang="en-US"/>
              <a:t>Level two bullet text is Arial 16</a:t>
            </a:r>
          </a:p>
          <a:p>
            <a:pPr lvl="2"/>
            <a:r>
              <a:rPr lang="en-US"/>
              <a:t>Level three bullet text is Arial 16</a:t>
            </a:r>
          </a:p>
          <a:p>
            <a:pPr lvl="3"/>
            <a:r>
              <a:rPr lang="en-US"/>
              <a:t>Level four bullet is Arial 16</a:t>
            </a:r>
          </a:p>
          <a:p>
            <a:pPr lvl="4"/>
            <a:r>
              <a:rPr lang="en-US"/>
              <a:t>Level five bullet is Arial 16</a:t>
            </a:r>
          </a:p>
        </p:txBody>
      </p:sp>
      <p:graphicFrame>
        <p:nvGraphicFramePr>
          <p:cNvPr id="937994" name="Base" hidden="1"/>
          <p:cNvGraphicFramePr>
            <a:graphicFrameLocks/>
          </p:cNvGraphicFramePr>
          <p:nvPr userDrawn="1"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6" r:id="rId14" imgW="0" imgH="0" progId="PowerPoint.Show.8">
                  <p:embed/>
                </p:oleObj>
              </mc:Choice>
              <mc:Fallback>
                <p:oleObj r:id="rId14" imgW="0" imgH="0" progId="PowerPoint.Show.8">
                  <p:embed/>
                  <p:pic>
                    <p:nvPicPr>
                      <p:cNvPr id="0" name="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688A92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59813" y="6502400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solidFill>
                  <a:srgbClr val="000000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fld id="{C2259614-E8F1-C94A-ACD7-854B07759AA9}" type="slidenum">
              <a:rPr lang="en-US">
                <a:cs typeface="Arial" charset="0"/>
              </a:rPr>
              <a:pPr fontAlgn="base">
                <a:spcAft>
                  <a:spcPct val="0"/>
                </a:spcAft>
              </a:pPr>
              <a:t>‹#›</a:t>
            </a:fld>
            <a:r>
              <a:rPr lang="en-US" dirty="0"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165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2pPr>
      <a:lvl3pPr marL="10842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3pPr>
      <a:lvl4pPr marL="1514475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18891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3463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8035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2607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7179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7" name="Rectangle 29"/>
          <p:cNvSpPr>
            <a:spLocks noChangeArrowheads="1"/>
          </p:cNvSpPr>
          <p:nvPr/>
        </p:nvSpPr>
        <p:spPr bwMode="black">
          <a:xfrm>
            <a:off x="533400" y="1039813"/>
            <a:ext cx="8604250" cy="134937"/>
          </a:xfrm>
          <a:prstGeom prst="rect">
            <a:avLst/>
          </a:prstGeom>
          <a:solidFill>
            <a:srgbClr val="B71234"/>
          </a:solidFill>
          <a:ln w="3175">
            <a:solidFill>
              <a:srgbClr val="A4112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038" name="Rectangle 30"/>
          <p:cNvSpPr>
            <a:spLocks noChangeArrowheads="1"/>
          </p:cNvSpPr>
          <p:nvPr/>
        </p:nvSpPr>
        <p:spPr bwMode="black">
          <a:xfrm>
            <a:off x="42863" y="1039813"/>
            <a:ext cx="490537" cy="134937"/>
          </a:xfrm>
          <a:prstGeom prst="rect">
            <a:avLst/>
          </a:prstGeom>
          <a:solidFill>
            <a:srgbClr val="BBBBBA"/>
          </a:solidFill>
          <a:ln w="3175" algn="ctr">
            <a:solidFill>
              <a:srgbClr val="BBBBB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sz="9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88" name="slidemaster_title"/>
          <p:cNvSpPr>
            <a:spLocks noGrp="1" noChangeArrowheads="1"/>
          </p:cNvSpPr>
          <p:nvPr>
            <p:ph type="title"/>
          </p:nvPr>
        </p:nvSpPr>
        <p:spPr bwMode="black">
          <a:xfrm>
            <a:off x="430213" y="411163"/>
            <a:ext cx="82756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493" tIns="34922" rIns="86493" bIns="3492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Heading Text is Arial 24</a:t>
            </a:r>
          </a:p>
        </p:txBody>
      </p:sp>
      <p:sp>
        <p:nvSpPr>
          <p:cNvPr id="43044" name="Rectangle 36"/>
          <p:cNvSpPr>
            <a:spLocks noChangeArrowheads="1"/>
          </p:cNvSpPr>
          <p:nvPr/>
        </p:nvSpPr>
        <p:spPr bwMode="gray">
          <a:xfrm>
            <a:off x="430213" y="1274763"/>
            <a:ext cx="8275637" cy="4946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93" tIns="43247" rIns="86493" bIns="43247"/>
          <a:lstStyle/>
          <a:p>
            <a:pPr marL="222250" indent="-222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Wingdings" pitchFamily="2" charset="2"/>
              <a:buChar char="§"/>
              <a:defRPr/>
            </a:pPr>
            <a:endParaRPr lang="en-US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90" name="slidemaster_content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30213" y="1600200"/>
            <a:ext cx="8275637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Level one bullet text is Arial 18</a:t>
            </a:r>
          </a:p>
          <a:p>
            <a:pPr lvl="1"/>
            <a:r>
              <a:rPr lang="en-US"/>
              <a:t>Level two bullet text is Arial 16</a:t>
            </a:r>
          </a:p>
          <a:p>
            <a:pPr lvl="2"/>
            <a:r>
              <a:rPr lang="en-US"/>
              <a:t>Level three bullet text is Arial 16</a:t>
            </a:r>
          </a:p>
          <a:p>
            <a:pPr lvl="3"/>
            <a:r>
              <a:rPr lang="en-US"/>
              <a:t>Level four bullet is Arial 16</a:t>
            </a:r>
          </a:p>
          <a:p>
            <a:pPr lvl="4"/>
            <a:r>
              <a:rPr lang="en-US"/>
              <a:t>Level five bullet is Arial 16</a:t>
            </a:r>
          </a:p>
        </p:txBody>
      </p:sp>
      <p:graphicFrame>
        <p:nvGraphicFramePr>
          <p:cNvPr id="937994" name="Base" hidden="1"/>
          <p:cNvGraphicFramePr>
            <a:graphicFrameLocks/>
          </p:cNvGraphicFramePr>
          <p:nvPr userDrawn="1"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r:id="rId14" imgW="0" imgH="0" progId="PowerPoint.Show.8">
                  <p:embed/>
                </p:oleObj>
              </mc:Choice>
              <mc:Fallback>
                <p:oleObj r:id="rId14" imgW="0" imgH="0" progId="PowerPoint.Show.8">
                  <p:embed/>
                  <p:pic>
                    <p:nvPicPr>
                      <p:cNvPr id="0" name="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688A92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59813" y="6502400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solidFill>
                  <a:srgbClr val="000000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fld id="{C2259614-E8F1-C94A-ACD7-854B07759AA9}" type="slidenum">
              <a:rPr lang="en-US">
                <a:cs typeface="Arial" charset="0"/>
              </a:rPr>
              <a:pPr fontAlgn="base">
                <a:spcAft>
                  <a:spcPct val="0"/>
                </a:spcAft>
              </a:pPr>
              <a:t>‹#›</a:t>
            </a:fld>
            <a:r>
              <a:rPr lang="en-US" dirty="0"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0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2pPr>
      <a:lvl3pPr marL="10842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3pPr>
      <a:lvl4pPr marL="1514475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18891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3463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8035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2607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7179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7" name="Rectangle 29"/>
          <p:cNvSpPr>
            <a:spLocks noChangeArrowheads="1"/>
          </p:cNvSpPr>
          <p:nvPr/>
        </p:nvSpPr>
        <p:spPr bwMode="black">
          <a:xfrm>
            <a:off x="533400" y="1039813"/>
            <a:ext cx="8604250" cy="134937"/>
          </a:xfrm>
          <a:prstGeom prst="rect">
            <a:avLst/>
          </a:prstGeom>
          <a:solidFill>
            <a:srgbClr val="B71234"/>
          </a:solidFill>
          <a:ln w="3175">
            <a:solidFill>
              <a:srgbClr val="A4112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038" name="Rectangle 30"/>
          <p:cNvSpPr>
            <a:spLocks noChangeArrowheads="1"/>
          </p:cNvSpPr>
          <p:nvPr/>
        </p:nvSpPr>
        <p:spPr bwMode="black">
          <a:xfrm>
            <a:off x="42863" y="1039813"/>
            <a:ext cx="490537" cy="134937"/>
          </a:xfrm>
          <a:prstGeom prst="rect">
            <a:avLst/>
          </a:prstGeom>
          <a:solidFill>
            <a:srgbClr val="BBBBBA"/>
          </a:solidFill>
          <a:ln w="3175" algn="ctr">
            <a:solidFill>
              <a:srgbClr val="BBBBB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sz="9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88" name="slidemaster_title"/>
          <p:cNvSpPr>
            <a:spLocks noGrp="1" noChangeArrowheads="1"/>
          </p:cNvSpPr>
          <p:nvPr>
            <p:ph type="title"/>
          </p:nvPr>
        </p:nvSpPr>
        <p:spPr bwMode="black">
          <a:xfrm>
            <a:off x="430213" y="411163"/>
            <a:ext cx="82756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493" tIns="34922" rIns="86493" bIns="3492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Heading Text is Arial 24</a:t>
            </a:r>
          </a:p>
        </p:txBody>
      </p:sp>
      <p:sp>
        <p:nvSpPr>
          <p:cNvPr id="43044" name="Rectangle 36"/>
          <p:cNvSpPr>
            <a:spLocks noChangeArrowheads="1"/>
          </p:cNvSpPr>
          <p:nvPr/>
        </p:nvSpPr>
        <p:spPr bwMode="gray">
          <a:xfrm>
            <a:off x="430213" y="1274763"/>
            <a:ext cx="8275637" cy="4946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93" tIns="43247" rIns="86493" bIns="43247"/>
          <a:lstStyle/>
          <a:p>
            <a:pPr marL="222250" indent="-222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Wingdings" pitchFamily="2" charset="2"/>
              <a:buChar char="§"/>
              <a:defRPr/>
            </a:pPr>
            <a:endParaRPr lang="en-US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90" name="slidemaster_content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30213" y="1600200"/>
            <a:ext cx="8275637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Level one bullet text is Arial 18</a:t>
            </a:r>
          </a:p>
          <a:p>
            <a:pPr lvl="1"/>
            <a:r>
              <a:rPr lang="en-US"/>
              <a:t>Level two bullet text is Arial 16</a:t>
            </a:r>
          </a:p>
          <a:p>
            <a:pPr lvl="2"/>
            <a:r>
              <a:rPr lang="en-US"/>
              <a:t>Level three bullet text is Arial 16</a:t>
            </a:r>
          </a:p>
          <a:p>
            <a:pPr lvl="3"/>
            <a:r>
              <a:rPr lang="en-US"/>
              <a:t>Level four bullet is Arial 16</a:t>
            </a:r>
          </a:p>
          <a:p>
            <a:pPr lvl="4"/>
            <a:r>
              <a:rPr lang="en-US"/>
              <a:t>Level five bullet is Arial 16</a:t>
            </a:r>
          </a:p>
        </p:txBody>
      </p:sp>
      <p:graphicFrame>
        <p:nvGraphicFramePr>
          <p:cNvPr id="937994" name="Base" hidden="1"/>
          <p:cNvGraphicFramePr>
            <a:graphicFrameLocks/>
          </p:cNvGraphicFramePr>
          <p:nvPr userDrawn="1"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r:id="rId14" imgW="0" imgH="0" progId="PowerPoint.Show.8">
                  <p:embed/>
                </p:oleObj>
              </mc:Choice>
              <mc:Fallback>
                <p:oleObj r:id="rId14" imgW="0" imgH="0" progId="PowerPoint.Show.8">
                  <p:embed/>
                  <p:pic>
                    <p:nvPicPr>
                      <p:cNvPr id="0" name="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688A92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59813" y="6502400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solidFill>
                  <a:srgbClr val="000000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fld id="{C2259614-E8F1-C94A-ACD7-854B07759AA9}" type="slidenum">
              <a:rPr lang="en-US">
                <a:cs typeface="Arial" charset="0"/>
              </a:rPr>
              <a:pPr fontAlgn="base">
                <a:spcAft>
                  <a:spcPct val="0"/>
                </a:spcAft>
              </a:pPr>
              <a:t>‹#›</a:t>
            </a:fld>
            <a:r>
              <a:rPr lang="en-US" dirty="0"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15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2pPr>
      <a:lvl3pPr marL="10842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3pPr>
      <a:lvl4pPr marL="1514475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18891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3463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8035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2607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7179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7" name="Rectangle 29"/>
          <p:cNvSpPr>
            <a:spLocks noChangeArrowheads="1"/>
          </p:cNvSpPr>
          <p:nvPr/>
        </p:nvSpPr>
        <p:spPr bwMode="black">
          <a:xfrm>
            <a:off x="533400" y="1039813"/>
            <a:ext cx="8604250" cy="134937"/>
          </a:xfrm>
          <a:prstGeom prst="rect">
            <a:avLst/>
          </a:prstGeom>
          <a:solidFill>
            <a:srgbClr val="B71234"/>
          </a:solidFill>
          <a:ln w="3175">
            <a:solidFill>
              <a:srgbClr val="A41128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038" name="Rectangle 30"/>
          <p:cNvSpPr>
            <a:spLocks noChangeArrowheads="1"/>
          </p:cNvSpPr>
          <p:nvPr/>
        </p:nvSpPr>
        <p:spPr bwMode="black">
          <a:xfrm>
            <a:off x="42863" y="1039813"/>
            <a:ext cx="490537" cy="134937"/>
          </a:xfrm>
          <a:prstGeom prst="rect">
            <a:avLst/>
          </a:prstGeom>
          <a:solidFill>
            <a:srgbClr val="BBBBBA"/>
          </a:solidFill>
          <a:ln w="3175" algn="ctr">
            <a:solidFill>
              <a:srgbClr val="BBBBBA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en-US" sz="900" b="1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88" name="slidemaster_title"/>
          <p:cNvSpPr>
            <a:spLocks noGrp="1" noChangeArrowheads="1"/>
          </p:cNvSpPr>
          <p:nvPr>
            <p:ph type="title"/>
          </p:nvPr>
        </p:nvSpPr>
        <p:spPr bwMode="black">
          <a:xfrm>
            <a:off x="430213" y="411163"/>
            <a:ext cx="8275637" cy="43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493" tIns="34922" rIns="86493" bIns="3492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Heading Text is Arial 24</a:t>
            </a:r>
          </a:p>
        </p:txBody>
      </p:sp>
      <p:sp>
        <p:nvSpPr>
          <p:cNvPr id="43044" name="Rectangle 36"/>
          <p:cNvSpPr>
            <a:spLocks noChangeArrowheads="1"/>
          </p:cNvSpPr>
          <p:nvPr/>
        </p:nvSpPr>
        <p:spPr bwMode="gray">
          <a:xfrm>
            <a:off x="430213" y="1274763"/>
            <a:ext cx="8275637" cy="4946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6493" tIns="43247" rIns="86493" bIns="43247"/>
          <a:lstStyle/>
          <a:p>
            <a:pPr marL="222250" indent="-2222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688A92"/>
              </a:buClr>
              <a:buSzPct val="110000"/>
              <a:buFont typeface="Wingdings" pitchFamily="2" charset="2"/>
              <a:buChar char="§"/>
              <a:defRPr/>
            </a:pPr>
            <a:endParaRPr lang="en-US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937990" name="slidemaster_content"/>
          <p:cNvSpPr>
            <a:spLocks noGrp="1" noChangeArrowheads="1"/>
          </p:cNvSpPr>
          <p:nvPr>
            <p:ph type="body" idx="1"/>
          </p:nvPr>
        </p:nvSpPr>
        <p:spPr bwMode="black">
          <a:xfrm>
            <a:off x="430213" y="1600200"/>
            <a:ext cx="8275637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Level one bullet text is Arial 18</a:t>
            </a:r>
          </a:p>
          <a:p>
            <a:pPr lvl="1"/>
            <a:r>
              <a:rPr lang="en-US"/>
              <a:t>Level two bullet text is Arial 16</a:t>
            </a:r>
          </a:p>
          <a:p>
            <a:pPr lvl="2"/>
            <a:r>
              <a:rPr lang="en-US"/>
              <a:t>Level three bullet text is Arial 16</a:t>
            </a:r>
          </a:p>
          <a:p>
            <a:pPr lvl="3"/>
            <a:r>
              <a:rPr lang="en-US"/>
              <a:t>Level four bullet is Arial 16</a:t>
            </a:r>
          </a:p>
          <a:p>
            <a:pPr lvl="4"/>
            <a:r>
              <a:rPr lang="en-US"/>
              <a:t>Level five bullet is Arial 16</a:t>
            </a:r>
          </a:p>
        </p:txBody>
      </p:sp>
      <p:graphicFrame>
        <p:nvGraphicFramePr>
          <p:cNvPr id="937994" name="Base" hidden="1"/>
          <p:cNvGraphicFramePr>
            <a:graphicFrameLocks/>
          </p:cNvGraphicFramePr>
          <p:nvPr userDrawn="1"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2" r:id="rId15" imgW="0" imgH="0" progId="PowerPoint.Show.8">
                  <p:embed/>
                </p:oleObj>
              </mc:Choice>
              <mc:Fallback>
                <p:oleObj r:id="rId15" imgW="0" imgH="0" progId="PowerPoint.Show.8">
                  <p:embed/>
                  <p:pic>
                    <p:nvPicPr>
                      <p:cNvPr id="0" name="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688A92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799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59813" y="6502400"/>
            <a:ext cx="1952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000" b="0">
                <a:solidFill>
                  <a:srgbClr val="000000"/>
                </a:solidFill>
              </a:defRPr>
            </a:lvl1pPr>
          </a:lstStyle>
          <a:p>
            <a:pPr fontAlgn="base">
              <a:spcAft>
                <a:spcPct val="0"/>
              </a:spcAft>
            </a:pPr>
            <a:fld id="{C2259614-E8F1-C94A-ACD7-854B07759AA9}" type="slidenum">
              <a:rPr lang="en-US">
                <a:cs typeface="Arial" charset="0"/>
              </a:rPr>
              <a:pPr fontAlgn="base">
                <a:spcAft>
                  <a:spcPct val="0"/>
                </a:spcAft>
              </a:pPr>
              <a:t>‹#›</a:t>
            </a:fld>
            <a:r>
              <a:rPr lang="en-US" dirty="0">
                <a:cs typeface="Arial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429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22250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524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2pPr>
      <a:lvl3pPr marL="1084263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3pPr>
      <a:lvl4pPr marL="1514475" indent="-22225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–"/>
        <a:defRPr>
          <a:solidFill>
            <a:schemeClr val="tx1"/>
          </a:solidFill>
          <a:latin typeface="+mn-lt"/>
          <a:ea typeface="+mn-ea"/>
        </a:defRPr>
      </a:lvl4pPr>
      <a:lvl5pPr marL="18891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3463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8035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2607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717925" indent="-165100" algn="l" rtl="0" fontAlgn="base">
        <a:spcBef>
          <a:spcPct val="20000"/>
        </a:spcBef>
        <a:spcAft>
          <a:spcPct val="0"/>
        </a:spcAft>
        <a:buClr>
          <a:srgbClr val="688A92"/>
        </a:buClr>
        <a:buSzPct val="110000"/>
        <a:buFont typeface="Arial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239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ginesatide">
  <a:themeElements>
    <a:clrScheme name="Peginesatide 1">
      <a:dk1>
        <a:srgbClr val="000000"/>
      </a:dk1>
      <a:lt1>
        <a:srgbClr val="FFFFFF"/>
      </a:lt1>
      <a:dk2>
        <a:srgbClr val="506772"/>
      </a:dk2>
      <a:lt2>
        <a:srgbClr val="B2B2B2"/>
      </a:lt2>
      <a:accent1>
        <a:srgbClr val="990000"/>
      </a:accent1>
      <a:accent2>
        <a:srgbClr val="333333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2D"/>
      </a:accent6>
      <a:hlink>
        <a:srgbClr val="FF6600"/>
      </a:hlink>
      <a:folHlink>
        <a:srgbClr val="9D9E9C"/>
      </a:folHlink>
    </a:clrScheme>
    <a:fontScheme name="Peginesatid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Peginesatide 1">
        <a:dk1>
          <a:srgbClr val="000000"/>
        </a:dk1>
        <a:lt1>
          <a:srgbClr val="FFFFFF"/>
        </a:lt1>
        <a:dk2>
          <a:srgbClr val="506772"/>
        </a:dk2>
        <a:lt2>
          <a:srgbClr val="B2B2B2"/>
        </a:lt2>
        <a:accent1>
          <a:srgbClr val="990000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CAAAAA"/>
        </a:accent5>
        <a:accent6>
          <a:srgbClr val="2D2D2D"/>
        </a:accent6>
        <a:hlink>
          <a:srgbClr val="FF6600"/>
        </a:hlink>
        <a:folHlink>
          <a:srgbClr val="9D9E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Peginesatide">
  <a:themeElements>
    <a:clrScheme name="Peginesatide 1">
      <a:dk1>
        <a:srgbClr val="000000"/>
      </a:dk1>
      <a:lt1>
        <a:srgbClr val="FFFFFF"/>
      </a:lt1>
      <a:dk2>
        <a:srgbClr val="506772"/>
      </a:dk2>
      <a:lt2>
        <a:srgbClr val="B2B2B2"/>
      </a:lt2>
      <a:accent1>
        <a:srgbClr val="990000"/>
      </a:accent1>
      <a:accent2>
        <a:srgbClr val="333333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2D"/>
      </a:accent6>
      <a:hlink>
        <a:srgbClr val="FF6600"/>
      </a:hlink>
      <a:folHlink>
        <a:srgbClr val="9D9E9C"/>
      </a:folHlink>
    </a:clrScheme>
    <a:fontScheme name="Peginesatid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Peginesatide 1">
        <a:dk1>
          <a:srgbClr val="000000"/>
        </a:dk1>
        <a:lt1>
          <a:srgbClr val="FFFFFF"/>
        </a:lt1>
        <a:dk2>
          <a:srgbClr val="506772"/>
        </a:dk2>
        <a:lt2>
          <a:srgbClr val="B2B2B2"/>
        </a:lt2>
        <a:accent1>
          <a:srgbClr val="990000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CAAAAA"/>
        </a:accent5>
        <a:accent6>
          <a:srgbClr val="2D2D2D"/>
        </a:accent6>
        <a:hlink>
          <a:srgbClr val="FF6600"/>
        </a:hlink>
        <a:folHlink>
          <a:srgbClr val="9D9E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Peginesatide">
  <a:themeElements>
    <a:clrScheme name="Peginesatide 1">
      <a:dk1>
        <a:srgbClr val="000000"/>
      </a:dk1>
      <a:lt1>
        <a:srgbClr val="FFFFFF"/>
      </a:lt1>
      <a:dk2>
        <a:srgbClr val="506772"/>
      </a:dk2>
      <a:lt2>
        <a:srgbClr val="B2B2B2"/>
      </a:lt2>
      <a:accent1>
        <a:srgbClr val="990000"/>
      </a:accent1>
      <a:accent2>
        <a:srgbClr val="333333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2D"/>
      </a:accent6>
      <a:hlink>
        <a:srgbClr val="FF6600"/>
      </a:hlink>
      <a:folHlink>
        <a:srgbClr val="9D9E9C"/>
      </a:folHlink>
    </a:clrScheme>
    <a:fontScheme name="Peginesatid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Peginesatide 1">
        <a:dk1>
          <a:srgbClr val="000000"/>
        </a:dk1>
        <a:lt1>
          <a:srgbClr val="FFFFFF"/>
        </a:lt1>
        <a:dk2>
          <a:srgbClr val="506772"/>
        </a:dk2>
        <a:lt2>
          <a:srgbClr val="B2B2B2"/>
        </a:lt2>
        <a:accent1>
          <a:srgbClr val="990000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CAAAAA"/>
        </a:accent5>
        <a:accent6>
          <a:srgbClr val="2D2D2D"/>
        </a:accent6>
        <a:hlink>
          <a:srgbClr val="FF6600"/>
        </a:hlink>
        <a:folHlink>
          <a:srgbClr val="9D9E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Peginesatide">
  <a:themeElements>
    <a:clrScheme name="Peginesatide 1">
      <a:dk1>
        <a:srgbClr val="000000"/>
      </a:dk1>
      <a:lt1>
        <a:srgbClr val="FFFFFF"/>
      </a:lt1>
      <a:dk2>
        <a:srgbClr val="506772"/>
      </a:dk2>
      <a:lt2>
        <a:srgbClr val="B2B2B2"/>
      </a:lt2>
      <a:accent1>
        <a:srgbClr val="990000"/>
      </a:accent1>
      <a:accent2>
        <a:srgbClr val="333333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2D"/>
      </a:accent6>
      <a:hlink>
        <a:srgbClr val="FF6600"/>
      </a:hlink>
      <a:folHlink>
        <a:srgbClr val="9D9E9C"/>
      </a:folHlink>
    </a:clrScheme>
    <a:fontScheme name="Peginesatid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Peginesatide 1">
        <a:dk1>
          <a:srgbClr val="000000"/>
        </a:dk1>
        <a:lt1>
          <a:srgbClr val="FFFFFF"/>
        </a:lt1>
        <a:dk2>
          <a:srgbClr val="506772"/>
        </a:dk2>
        <a:lt2>
          <a:srgbClr val="B2B2B2"/>
        </a:lt2>
        <a:accent1>
          <a:srgbClr val="990000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CAAAAA"/>
        </a:accent5>
        <a:accent6>
          <a:srgbClr val="2D2D2D"/>
        </a:accent6>
        <a:hlink>
          <a:srgbClr val="FF6600"/>
        </a:hlink>
        <a:folHlink>
          <a:srgbClr val="9D9E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Peginesatide">
  <a:themeElements>
    <a:clrScheme name="Peginesatide 1">
      <a:dk1>
        <a:srgbClr val="000000"/>
      </a:dk1>
      <a:lt1>
        <a:srgbClr val="FFFFFF"/>
      </a:lt1>
      <a:dk2>
        <a:srgbClr val="506772"/>
      </a:dk2>
      <a:lt2>
        <a:srgbClr val="B2B2B2"/>
      </a:lt2>
      <a:accent1>
        <a:srgbClr val="990000"/>
      </a:accent1>
      <a:accent2>
        <a:srgbClr val="333333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2D"/>
      </a:accent6>
      <a:hlink>
        <a:srgbClr val="FF6600"/>
      </a:hlink>
      <a:folHlink>
        <a:srgbClr val="9D9E9C"/>
      </a:folHlink>
    </a:clrScheme>
    <a:fontScheme name="Peginesatid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88A9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Peginesatide 1">
        <a:dk1>
          <a:srgbClr val="000000"/>
        </a:dk1>
        <a:lt1>
          <a:srgbClr val="FFFFFF"/>
        </a:lt1>
        <a:dk2>
          <a:srgbClr val="506772"/>
        </a:dk2>
        <a:lt2>
          <a:srgbClr val="B2B2B2"/>
        </a:lt2>
        <a:accent1>
          <a:srgbClr val="990000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CAAAAA"/>
        </a:accent5>
        <a:accent6>
          <a:srgbClr val="2D2D2D"/>
        </a:accent6>
        <a:hlink>
          <a:srgbClr val="FF6600"/>
        </a:hlink>
        <a:folHlink>
          <a:srgbClr val="9D9E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1563</TotalTime>
  <Words>1</Words>
  <Application>Microsoft Office PowerPoint</Application>
  <PresentationFormat>On-screen Show (4:3)</PresentationFormat>
  <Paragraphs>1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Arial</vt:lpstr>
      <vt:lpstr>Calibri</vt:lpstr>
      <vt:lpstr>Wingdings</vt:lpstr>
      <vt:lpstr>Peginesatide</vt:lpstr>
      <vt:lpstr>1_Peginesatide</vt:lpstr>
      <vt:lpstr>2_Peginesatide</vt:lpstr>
      <vt:lpstr>3_Peginesatide</vt:lpstr>
      <vt:lpstr>4_Peginesatide</vt:lpstr>
      <vt:lpstr>Microsoft PowerPoint 97-2003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Xelay Acumen Structuring</dc:title>
  <dc:creator>John Wu</dc:creator>
  <cp:lastModifiedBy>Steven Chang</cp:lastModifiedBy>
  <cp:revision>131</cp:revision>
  <dcterms:created xsi:type="dcterms:W3CDTF">2015-03-19T20:34:11Z</dcterms:created>
  <dcterms:modified xsi:type="dcterms:W3CDTF">2015-06-18T23:00:08Z</dcterms:modified>
</cp:coreProperties>
</file>